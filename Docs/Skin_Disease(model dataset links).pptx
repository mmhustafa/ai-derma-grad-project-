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F665-F6F2-ABE4-7090-B8053112D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445EE-5B7E-A8FC-276B-D6956F51B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8E3E5-AD9C-694C-5568-B0D0259F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C2EBD-474A-E5EA-E7AB-1333E55A7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DFB0F-393A-B4B9-62DE-20C39BEB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6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B020-FB9C-DBAF-6624-6CD4FB5F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CEFF-9EE4-4441-9DEF-A715698E3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F9964-30CE-B8F9-F77F-444A9F2C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72BF6-6FF0-1627-3534-287E31F1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566F4-EF43-1755-67EE-3ED96B5A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1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60DB-20D4-C6ED-0857-B01E3FFEA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09DAE-9E4D-3BB2-3C12-C51660CDE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0AC97-3249-9306-D2A6-9CF950A2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9F4C5-1132-B9C4-7A82-95C1E0ACB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69300-35F3-8B2F-42F9-32B58EC15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5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9601-6695-BCF1-E10D-17D7F3964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EB6A3-07EA-0730-9E91-3AB740E84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7939F-2826-BFBE-A24C-932C0F373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78A43-CE26-4E83-A589-3061A5E7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9CC65-4B45-5298-6DC0-9E7BB3112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9CECB-C29A-7CEF-DEF6-5D9F7156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4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176D-E84C-ACE5-80C0-074AA3A6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59859-603E-63E0-F21B-4FF3BF81C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1E2DE-40AD-BE64-F98E-B16014871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C07D2-5152-D2E4-7A55-FD419B055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4F984-16CE-D747-5D55-7D0C96C7F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DB726B-17EF-1A20-5D04-303D1C2A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E9FE86-E72D-D04F-0E42-11D253294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CD205-8DF5-C578-064F-7CEA0193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9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5A4F-53F6-4885-4882-5D6F5A03A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9A5FC-BB55-445D-7051-46BB7928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86AD0-B37F-C1AF-9445-297E33F7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18417-1BA4-20DE-A5E3-38A377D6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2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B07B80-688D-FDBF-5B21-7FCB5079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878C0-8B59-843F-F745-FD7E3AA03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22382-E742-93E0-28FC-D6651938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7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E7E1-20F5-829B-707F-A24E3041D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0AB13-4D0F-326A-51C5-C85592867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07EE5-E575-A261-D4C0-547842586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0720E-577E-BBF9-CEB3-20469FD2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14203-5137-6D77-F3FC-A0F7ECB2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AC107-4E32-12FC-F578-039692D54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3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A8806-0B70-433D-0D9A-BE3655BA3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322726-1FC1-4CFB-DEEF-EED9F5A57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44DED-016F-2379-D8AB-5E78BCF6D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D4628-3ADF-8A6A-BBBD-C850032A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12134-1681-5485-33C9-47A34BA3E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0F4BE-0860-8F92-8B62-37781A20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A54A-7684-5806-606B-7582C130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D170A-874B-0095-4606-3118AC307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3B11E-B43B-F943-D79D-8024D05C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C57C2-ED96-5D77-8446-F659AD280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421F1-397B-B8AD-75AB-470D8F84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5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C5D98-B023-A45A-FF34-A684A79DC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7DB74-E755-BAD2-3C9B-AF3D367CF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24E12-5A97-55F7-DD97-B9F31114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355FA-F985-24F1-D1F4-4D50304D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2BB7A-86AA-E3E8-FED9-4580C20F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11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7BF1BF-06A5-3B39-70AA-06974956D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EDFF5-BD49-2C5B-2C5D-38EB3D56A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F3DA1-56D3-930E-4805-445571773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63D17-5F35-2274-ECB5-CF4E364F7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2161B-00F7-C80F-D1BD-A24A570A4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4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ayanchaure/acne-datas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ismailpromus/skin-diseases-image-datas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ismailpromus/skin-diseases-image-datas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ismailpromus/skin-diseases-image-datase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ismailpromus/skin-diseases-image-datase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ismailpromus/skin-diseases-image-datas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tx2"/>
                </a:solidFill>
              </a:rPr>
              <a:t>Skin Disease Detection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endParaRPr lang="en-US" sz="1700" dirty="0">
              <a:solidFill>
                <a:schemeClr val="tx2"/>
              </a:solidFill>
            </a:endParaRPr>
          </a:p>
        </p:txBody>
      </p:sp>
      <p:pic>
        <p:nvPicPr>
          <p:cNvPr id="7" name="Graphic 6" descr="Stethoscope">
            <a:extLst>
              <a:ext uri="{FF2B5EF4-FFF2-40B4-BE49-F238E27FC236}">
                <a16:creationId xmlns:a16="http://schemas.microsoft.com/office/drawing/2014/main" id="{A39F2541-5247-FC01-BC69-0EFAF9E2B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1. Acne (Acne Vulgaris)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What is it: A common skin condition that occurs when hair follicles become clogged with oil and dead skin cells.</a:t>
            </a:r>
          </a:p>
          <a:p>
            <a:r>
              <a:rPr lang="en-US" sz="1600" dirty="0">
                <a:solidFill>
                  <a:schemeClr val="tx2"/>
                </a:solidFill>
              </a:rPr>
              <a:t>Symptoms: Pimples, blackheads, or cysts, usually on the face, chest, or back.</a:t>
            </a:r>
          </a:p>
          <a:p>
            <a:r>
              <a:rPr lang="en-US" sz="1600" dirty="0">
                <a:solidFill>
                  <a:schemeClr val="tx2"/>
                </a:solidFill>
              </a:rPr>
              <a:t>Dataset: </a:t>
            </a:r>
            <a:r>
              <a:rPr lang="en-US" sz="1600" dirty="0">
                <a:solidFill>
                  <a:schemeClr val="tx2"/>
                </a:solidFill>
                <a:hlinkClick r:id="rId2"/>
              </a:rPr>
              <a:t>https://www.kaggle.com/datasets/nayanchaure/acne-dataset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2. Eczema (Atopic Dermatitis)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What is it: A chronic inflammatory skin condition that causes dry, itchy, and red patches on the skin.</a:t>
            </a:r>
          </a:p>
          <a:p>
            <a:r>
              <a:rPr lang="en-US" sz="1600">
                <a:solidFill>
                  <a:schemeClr val="tx2"/>
                </a:solidFill>
              </a:rPr>
              <a:t>Symptoms: Dry, cracked skin; intense itching; red patches on hands, feet, or face.</a:t>
            </a:r>
          </a:p>
          <a:p>
            <a:r>
              <a:rPr lang="en-US" sz="1600">
                <a:solidFill>
                  <a:schemeClr val="tx2"/>
                </a:solidFill>
              </a:rPr>
              <a:t>Dataset: </a:t>
            </a:r>
            <a:r>
              <a:rPr lang="en-US" sz="1600">
                <a:solidFill>
                  <a:schemeClr val="tx2"/>
                </a:solidFill>
                <a:hlinkClick r:id="rId2"/>
              </a:rPr>
              <a:t>https://www.kaggle.com/datasets/ismailpromus/skin-diseases-image-dataset</a:t>
            </a:r>
            <a:endParaRPr lang="en-US" sz="1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3. Psoriasis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What is it: An autoimmune disease that causes the rapid buildup of skin cells, leading to scaling and inflammation.</a:t>
            </a:r>
          </a:p>
          <a:p>
            <a:r>
              <a:rPr lang="en-US" sz="1600">
                <a:solidFill>
                  <a:schemeClr val="tx2"/>
                </a:solidFill>
              </a:rPr>
              <a:t>Symptoms: Thick, red patches covered with silvery-white scales; commonly appears on elbows, knees, and scalp.</a:t>
            </a:r>
          </a:p>
          <a:p>
            <a:r>
              <a:rPr lang="en-US" sz="1600">
                <a:solidFill>
                  <a:schemeClr val="tx2"/>
                </a:solidFill>
              </a:rPr>
              <a:t>Dataset: </a:t>
            </a:r>
            <a:r>
              <a:rPr lang="en-US" sz="1600">
                <a:solidFill>
                  <a:schemeClr val="tx2"/>
                </a:solidFill>
                <a:hlinkClick r:id="rId2"/>
              </a:rPr>
              <a:t>https://www.kaggle.com/datasets/ismailpromus/skin-diseases-image-dataset</a:t>
            </a:r>
            <a:endParaRPr lang="en-US" sz="1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4. Fungal Infection (Tinea / Ringworm)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What is it: A contagious fungal infection of the skin that causes ring-shaped red rashes.</a:t>
            </a:r>
          </a:p>
          <a:p>
            <a:r>
              <a:rPr lang="en-US" sz="1600">
                <a:solidFill>
                  <a:schemeClr val="tx2"/>
                </a:solidFill>
              </a:rPr>
              <a:t>Symptoms: Circular, scaly patches with raised borders; itchy and inflamed skin.</a:t>
            </a:r>
          </a:p>
          <a:p>
            <a:r>
              <a:rPr lang="en-US" sz="1600">
                <a:solidFill>
                  <a:schemeClr val="tx2"/>
                </a:solidFill>
              </a:rPr>
              <a:t>Dataset: </a:t>
            </a:r>
            <a:r>
              <a:rPr lang="en-US" sz="1600">
                <a:solidFill>
                  <a:schemeClr val="tx2"/>
                </a:solidFill>
                <a:hlinkClick r:id="rId2"/>
              </a:rPr>
              <a:t>https://www.kaggle.com/datasets/ismailpromus/skin-diseases-image-dataset</a:t>
            </a:r>
            <a:endParaRPr lang="en-US" sz="1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5. Warts (Viral Infection)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What is it: Small, rough, and raised growths on the skin caused by the human papillomavirus (HPV).</a:t>
            </a:r>
          </a:p>
          <a:p>
            <a:r>
              <a:rPr lang="en-US" sz="1600">
                <a:solidFill>
                  <a:schemeClr val="tx2"/>
                </a:solidFill>
              </a:rPr>
              <a:t>Symptoms: Small rough bumps; usually painless but may spread through touch.</a:t>
            </a:r>
          </a:p>
          <a:p>
            <a:r>
              <a:rPr lang="en-US" sz="1600">
                <a:solidFill>
                  <a:schemeClr val="tx2"/>
                </a:solidFill>
              </a:rPr>
              <a:t>Dataset: </a:t>
            </a:r>
            <a:r>
              <a:rPr lang="en-US" sz="1600">
                <a:solidFill>
                  <a:schemeClr val="tx2"/>
                </a:solidFill>
                <a:hlinkClick r:id="rId2"/>
              </a:rPr>
              <a:t>https://www.kaggle.com/datasets/ismailpromus/skin-diseases-image-dataset</a:t>
            </a:r>
            <a:endParaRPr lang="en-US" sz="1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6. Melanoma (Skin Cancer)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What is it: A serious form of skin cancer that develops in pigment-producing cells (melanocytes).</a:t>
            </a:r>
          </a:p>
          <a:p>
            <a:r>
              <a:rPr lang="en-US" sz="1600">
                <a:solidFill>
                  <a:schemeClr val="tx2"/>
                </a:solidFill>
              </a:rPr>
              <a:t>Symptoms: Irregular, dark-colored mole or patch; changes in color, size, or border.</a:t>
            </a:r>
          </a:p>
          <a:p>
            <a:r>
              <a:rPr lang="en-US" sz="1600">
                <a:solidFill>
                  <a:schemeClr val="tx2"/>
                </a:solidFill>
              </a:rPr>
              <a:t>Dataset: </a:t>
            </a:r>
            <a:r>
              <a:rPr lang="en-US" sz="1600">
                <a:solidFill>
                  <a:schemeClr val="tx2"/>
                </a:solidFill>
                <a:hlinkClick r:id="rId2"/>
              </a:rPr>
              <a:t>https://www.kaggle.com/datasets/ismailpromus/skin-diseases-image-dataset</a:t>
            </a:r>
            <a:endParaRPr lang="en-US" sz="1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364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Skin Disease Detection Project</vt:lpstr>
      <vt:lpstr>1. Acne (Acne Vulgaris)</vt:lpstr>
      <vt:lpstr>2. Eczema (Atopic Dermatitis)</vt:lpstr>
      <vt:lpstr>3. Psoriasis</vt:lpstr>
      <vt:lpstr>4. Fungal Infection (Tinea / Ringworm)</vt:lpstr>
      <vt:lpstr>5. Warts (Viral Infection)</vt:lpstr>
      <vt:lpstr>6. Melanoma (Skin Cancer)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مصطفى محمود حسانين محمد ( 323232388 )</cp:lastModifiedBy>
  <cp:revision>2</cp:revision>
  <dcterms:created xsi:type="dcterms:W3CDTF">2013-01-27T09:14:16Z</dcterms:created>
  <dcterms:modified xsi:type="dcterms:W3CDTF">2025-10-16T11:24:22Z</dcterms:modified>
  <cp:category/>
</cp:coreProperties>
</file>